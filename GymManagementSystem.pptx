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" name="Shape 1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7C3AED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8046720" y="-274320"/>
            <a:ext cx="1645920" cy="1645920"/>
          </a:xfrm>
          <a:prstGeom prst="ellipse">
            <a:avLst/>
          </a:prstGeom>
          <a:solidFill>
            <a:srgbClr val="A78BFA">
              <a:alpha val="3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457200" y="640080"/>
            <a:ext cx="1371600" cy="137160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457200" y="685800"/>
            <a:ext cx="13716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🏋️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Gym Management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8412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A78BFA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System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Qt-based OOP Project for Member, Trainer &amp; Payment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4251960"/>
            <a:ext cx="4114800" cy="731520"/>
          </a:xfrm>
          <a:prstGeom prst="rect">
            <a:avLst/>
          </a:prstGeom>
          <a:solidFill>
            <a:srgbClr val="1C2333"/>
          </a:solidFill>
        </p:spPr>
      </p:sp>
      <p:sp>
        <p:nvSpPr>
          <p:cNvPr id="11" name="Text 9"/>
          <p:cNvSpPr/>
          <p:nvPr/>
        </p:nvSpPr>
        <p:spPr>
          <a:xfrm>
            <a:off x="502920" y="4279392"/>
            <a:ext cx="39319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Ayesha Abbasi       09-131252-010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Umema Wasif         09-131252-088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Zeeshan Butt          09-131252-092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desktop application built with C++ and Qt Framework that digitizes gym operations — replacing manual record-keeping with a clean, persistent data management system.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697480" cy="283464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920240"/>
            <a:ext cx="2697480" cy="64008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8" name="Text 6"/>
          <p:cNvSpPr/>
          <p:nvPr/>
        </p:nvSpPr>
        <p:spPr>
          <a:xfrm>
            <a:off x="365760" y="2057400"/>
            <a:ext cx="2697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C3AED"/>
                </a:solidFill>
              </a:rPr>
              <a:t>Members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24231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Add, view &amp; delete gym members with auto-generated IDs, membership types, and expiry dates.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920240"/>
            <a:ext cx="2697480" cy="283464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920240"/>
            <a:ext cx="2697480" cy="64008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3" name="Text 11"/>
          <p:cNvSpPr/>
          <p:nvPr/>
        </p:nvSpPr>
        <p:spPr>
          <a:xfrm>
            <a:off x="3200400" y="2057400"/>
            <a:ext cx="2697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🏃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0" y="274320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</a:rPr>
              <a:t>Trainers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200400"/>
            <a:ext cx="24231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 trainer profiles with specializations. Full CRUD with persistent file storage.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697480" cy="283464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20240"/>
            <a:ext cx="2697480" cy="64008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8" name="Text 16"/>
          <p:cNvSpPr/>
          <p:nvPr/>
        </p:nvSpPr>
        <p:spPr>
          <a:xfrm>
            <a:off x="6035040" y="2057400"/>
            <a:ext cx="2697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💳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035040" y="274320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3F5E"/>
                </a:solidFill>
              </a:rPr>
              <a:t>Payments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72200" y="3200400"/>
            <a:ext cx="2423160" cy="1417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and view payment history per member. Validates member existence before recording.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OOP Concepts Applied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164592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64008" cy="16459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411480" y="135331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3533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Inheritance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&amp; Trainer inherit from Person base class (Hierarchical)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788920" cy="164592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64008" cy="1645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3337560" y="135331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931920" y="13533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Encapsulation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87452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Private/protected data with public getter functions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788920" cy="164592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88720"/>
            <a:ext cx="64008" cy="164592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7" name="Text 15"/>
          <p:cNvSpPr/>
          <p:nvPr/>
        </p:nvSpPr>
        <p:spPr>
          <a:xfrm>
            <a:off x="6263640" y="135331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58000" y="135331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</a:rPr>
              <a:t>Polymorphism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virtual display() enables runtime polymorphism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2278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724025" y="3063240"/>
            <a:ext cx="2788920" cy="164592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659890" y="3063240"/>
            <a:ext cx="64008" cy="1645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3337560" y="32278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🔨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867535" y="322783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Constructor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867535" y="374904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&amp; parameterized constructors in every class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24425" y="3063240"/>
            <a:ext cx="2788920" cy="164592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0290" y="3063240"/>
            <a:ext cx="64008" cy="164592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32" name="Text 30"/>
          <p:cNvSpPr/>
          <p:nvPr/>
        </p:nvSpPr>
        <p:spPr>
          <a:xfrm>
            <a:off x="6190615" y="3227832"/>
            <a:ext cx="5486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🗑️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98110" y="3227832"/>
            <a:ext cx="1920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</a:rPr>
              <a:t>Destructor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98110" y="374904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~MainWindow() saves data &amp; frees memory on exit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Class Hierarchy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017520" y="1188720"/>
            <a:ext cx="3108960" cy="1554480"/>
          </a:xfrm>
          <a:prstGeom prst="rect">
            <a:avLst/>
          </a:prstGeom>
          <a:solidFill>
            <a:srgbClr val="7C3AED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188720"/>
            <a:ext cx="31089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Person  (Base Class)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17520" y="1627632"/>
            <a:ext cx="3108960" cy="18288"/>
          </a:xfrm>
          <a:prstGeom prst="rect">
            <a:avLst/>
          </a:prstGeom>
          <a:solidFill>
            <a:srgbClr val="5B21B6"/>
          </a:solidFill>
        </p:spPr>
      </p:sp>
      <p:sp>
        <p:nvSpPr>
          <p:cNvPr id="8" name="Text 6"/>
          <p:cNvSpPr/>
          <p:nvPr/>
        </p:nvSpPr>
        <p:spPr>
          <a:xfrm>
            <a:off x="3108960" y="1664208"/>
            <a:ext cx="29260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name :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age : int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phone : string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virtual display()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virtual ~Person()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2743200"/>
            <a:ext cx="0" cy="4114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3154680"/>
            <a:ext cx="57607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154680"/>
            <a:ext cx="0" cy="32004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3154680"/>
            <a:ext cx="0" cy="32004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0" y="3154680"/>
            <a:ext cx="0" cy="32004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474720"/>
            <a:ext cx="2926080" cy="1417320"/>
          </a:xfrm>
          <a:prstGeom prst="rect">
            <a:avLst/>
          </a:prstGeom>
          <a:solidFill>
            <a:srgbClr val="10B981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4320" y="34747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Member  (Child)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886200"/>
            <a:ext cx="2926080" cy="18288"/>
          </a:xfrm>
          <a:prstGeom prst="rect">
            <a:avLst/>
          </a:prstGeom>
          <a:solidFill>
            <a:srgbClr val="065F46"/>
          </a:solidFill>
        </p:spPr>
      </p:sp>
      <p:sp>
        <p:nvSpPr>
          <p:cNvPr id="17" name="Text 15"/>
          <p:cNvSpPr/>
          <p:nvPr/>
        </p:nvSpPr>
        <p:spPr>
          <a:xfrm>
            <a:off x="365760" y="3931920"/>
            <a:ext cx="2743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memberID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membershipType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joinDate / expiryDate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3474720"/>
            <a:ext cx="2377440" cy="1417320"/>
          </a:xfrm>
          <a:prstGeom prst="rect">
            <a:avLst/>
          </a:prstGeom>
          <a:solidFill>
            <a:srgbClr val="3B82F6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83280" y="347472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Payment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83280" y="3886200"/>
            <a:ext cx="2377440" cy="18288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1" name="Text 19"/>
          <p:cNvSpPr/>
          <p:nvPr/>
        </p:nvSpPr>
        <p:spPr>
          <a:xfrm>
            <a:off x="3474720" y="3931920"/>
            <a:ext cx="21945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paymentID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memberID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amount : double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4892040"/>
            <a:ext cx="23774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</a:rPr>
              <a:t>(Standalone — no inheritance)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3474720"/>
            <a:ext cx="2926080" cy="1417320"/>
          </a:xfrm>
          <a:prstGeom prst="rect">
            <a:avLst/>
          </a:prstGeom>
          <a:solidFill>
            <a:srgbClr val="F43F5E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0" y="347472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Trainer  (Child)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3886200"/>
            <a:ext cx="2926080" cy="18288"/>
          </a:xfrm>
          <a:prstGeom prst="rect">
            <a:avLst/>
          </a:prstGeom>
          <a:solidFill>
            <a:srgbClr val="9F1239"/>
          </a:solidFill>
        </p:spPr>
      </p:sp>
      <p:sp>
        <p:nvSpPr>
          <p:cNvPr id="26" name="Text 24"/>
          <p:cNvSpPr/>
          <p:nvPr/>
        </p:nvSpPr>
        <p:spPr>
          <a:xfrm>
            <a:off x="6035040" y="3931920"/>
            <a:ext cx="27432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trainerID 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 specialization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: string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2834640"/>
            <a:ext cx="2743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78BFA"/>
                </a:solidFill>
              </a:rPr>
              <a:t>Hierarchical Inheritance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Inheritance &amp; Encapsulation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3840480"/>
          </a:xfrm>
          <a:prstGeom prst="rect">
            <a:avLst/>
          </a:prstGeom>
          <a:solidFill>
            <a:srgbClr val="161B22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0" cy="320040"/>
          </a:xfrm>
          <a:prstGeom prst="rect">
            <a:avLst/>
          </a:prstGeom>
          <a:solidFill>
            <a:srgbClr val="1C2333"/>
          </a:solidFill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mainwindow.h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84632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Person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protected: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string name, phone;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age;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Person(string n,int a,string p)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{ name=n; age=a; phone=p;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virtual ~Person()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string getName() { return name;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virtual void display()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Member : public Person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private: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memberID;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string membershipType;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Member(int id,string n,int 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string p,string type,...)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: Person(n,a,p)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memberID=id;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getID() { return memberID;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097280"/>
            <a:ext cx="338328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097280"/>
            <a:ext cx="64008" cy="8229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1" name="Text 9"/>
          <p:cNvSpPr/>
          <p:nvPr/>
        </p:nvSpPr>
        <p:spPr>
          <a:xfrm>
            <a:off x="5623560" y="11430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protected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444752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name, age, phone — accessible in child classes (Member, Trainer)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0" y="2057400"/>
            <a:ext cx="338328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2057400"/>
            <a:ext cx="64008" cy="8229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5623560" y="21031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2404872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memberID is private. getID() gives controlled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3017520"/>
            <a:ext cx="338328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3017520"/>
            <a:ext cx="64008" cy="82296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9" name="Text 17"/>
          <p:cNvSpPr/>
          <p:nvPr/>
        </p:nvSpPr>
        <p:spPr>
          <a:xfrm>
            <a:off x="5623560" y="30632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: Person(n,a,p)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3364992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Initializer list — calls parent constructor before child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0" y="3977640"/>
            <a:ext cx="338328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3977640"/>
            <a:ext cx="64008" cy="8229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5623560" y="40233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virtual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4325112"/>
            <a:ext cx="3108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display() &amp; ~Person() are virtual for runtime polymorphism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Polymorphism &amp; Virtual Functions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307590" y="1097280"/>
            <a:ext cx="4206240" cy="3840480"/>
          </a:xfrm>
          <a:prstGeom prst="rect">
            <a:avLst/>
          </a:prstGeom>
          <a:solidFill>
            <a:srgbClr val="161B22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07590" y="1143000"/>
            <a:ext cx="4206240" cy="41148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7" name="Text 5"/>
          <p:cNvSpPr/>
          <p:nvPr/>
        </p:nvSpPr>
        <p:spPr>
          <a:xfrm>
            <a:off x="2307590" y="1143000"/>
            <a:ext cx="4206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Virtual Function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99030" y="1554480"/>
            <a:ext cx="402336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Person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virtual void display()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virtual ~Person() {}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 Member : public Person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void display()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Member's own display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Runtime Polymorphism: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Person* p = new Member(...);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p-&gt;display(); // Member's called!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7590" y="4069080"/>
            <a:ext cx="4206240" cy="18288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0" name="Text 8"/>
          <p:cNvSpPr/>
          <p:nvPr/>
        </p:nvSpPr>
        <p:spPr>
          <a:xfrm>
            <a:off x="2399030" y="4160520"/>
            <a:ext cx="4023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Parent pointer → child function executes. This is Runtime Polymorphism.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4023360" cy="25603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4160520"/>
            <a:ext cx="40233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Constructor &amp; Destructor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2240280"/>
          </a:xfrm>
          <a:prstGeom prst="rect">
            <a:avLst/>
          </a:prstGeom>
          <a:solidFill>
            <a:srgbClr val="161B22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0" cy="3657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274320" y="1097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</a:rPr>
              <a:t>Constructor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84632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Default Constructor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Member() : Person()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memberID = 0;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membershipType = "";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Parameterized Constructor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Member(int id, string n, int a, string p, ...)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: Person(n, a, p) { memberID = id; }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429000"/>
            <a:ext cx="5029200" cy="1554480"/>
          </a:xfrm>
          <a:prstGeom prst="rect">
            <a:avLst/>
          </a:prstGeom>
          <a:solidFill>
            <a:srgbClr val="161B22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3429000"/>
            <a:ext cx="5029200" cy="36576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1" name="Text 9"/>
          <p:cNvSpPr/>
          <p:nvPr/>
        </p:nvSpPr>
        <p:spPr>
          <a:xfrm>
            <a:off x="274320" y="34290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Destructor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840480"/>
            <a:ext cx="4846320" cy="1097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MainWindow::~MainWindow() {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saveMembers();   // save to file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savePayments();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saveTrainers();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delete ui;       // free memory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32120" y="1097280"/>
            <a:ext cx="333756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32120" y="1097280"/>
            <a:ext cx="64008" cy="8229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5650992" y="115214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⚡ Auto-called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50992" y="146304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Constructor runs when object is created — no manual call needed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2057400"/>
            <a:ext cx="333756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532120" y="2057400"/>
            <a:ext cx="64008" cy="822960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19" name="Text 17"/>
          <p:cNvSpPr/>
          <p:nvPr/>
        </p:nvSpPr>
        <p:spPr>
          <a:xfrm>
            <a:off x="5650992" y="211226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🗑️ ~ Tilde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50992" y="242316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Destructor identified by ~ prefix. Runs on object destruction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3017520"/>
            <a:ext cx="333756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32120" y="3017520"/>
            <a:ext cx="64008" cy="82296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5650992" y="307238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🔗 : Person(n,a,p)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50992" y="338328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Initializer list — parent constructor called first, then child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32120" y="3977640"/>
            <a:ext cx="3337560" cy="8229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32120" y="3977640"/>
            <a:ext cx="64008" cy="8229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7" name="Text 25"/>
          <p:cNvSpPr/>
          <p:nvPr/>
        </p:nvSpPr>
        <p:spPr>
          <a:xfrm>
            <a:off x="5650992" y="403250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💾 Data Safety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50992" y="4343400"/>
            <a:ext cx="30175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Destructor saves all data to files before program exits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File I/O — Data Persistence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2103120"/>
          </a:xfrm>
          <a:prstGeom prst="rect">
            <a:avLst/>
          </a:prstGeom>
          <a:solidFill>
            <a:srgbClr val="161B22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206240" cy="36576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7" name="Text 5"/>
          <p:cNvSpPr/>
          <p:nvPr/>
        </p:nvSpPr>
        <p:spPr>
          <a:xfrm>
            <a:off x="274320" y="10972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</a:rPr>
              <a:t>ofstream — Write to 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0233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saveMembers()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ofstream file("members.txt");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for (size_t i=0; i&lt;members.size(); i++)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file &lt;&lt; members[i].getID() &lt;&lt; "\n"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&lt;&lt; members[i].getName() &lt;&lt; "\n";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file.close();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206240" cy="2103120"/>
          </a:xfrm>
          <a:prstGeom prst="rect">
            <a:avLst/>
          </a:prstGeom>
          <a:solidFill>
            <a:srgbClr val="161B22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97280"/>
            <a:ext cx="4206240" cy="3657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1" name="Text 9"/>
          <p:cNvSpPr/>
          <p:nvPr/>
        </p:nvSpPr>
        <p:spPr>
          <a:xfrm>
            <a:off x="4663440" y="109728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ifstream — Read from File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4023360" cy="1600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loadMembers()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ifstream file("members.txt");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if (!file) return;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while (file &gt;&gt; id)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file.ignore();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getline(file, name);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file &gt;&gt; age; file.ignore();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getline(file, phone);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file.close();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337560"/>
            <a:ext cx="2011680" cy="160020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337560"/>
            <a:ext cx="201168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5" name="Text 13"/>
          <p:cNvSpPr/>
          <p:nvPr/>
        </p:nvSpPr>
        <p:spPr>
          <a:xfrm>
            <a:off x="365760" y="3429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&lt;&lt;  operator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data to file (like cout)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50592" y="3337560"/>
            <a:ext cx="2011680" cy="160020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3337560"/>
            <a:ext cx="201168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9" name="Text 17"/>
          <p:cNvSpPr/>
          <p:nvPr/>
        </p:nvSpPr>
        <p:spPr>
          <a:xfrm>
            <a:off x="2542032" y="3429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&gt;&gt;  operator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42032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data from file (stops at space)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26864" y="3337560"/>
            <a:ext cx="2011680" cy="160020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3337560"/>
            <a:ext cx="201168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3" name="Text 21"/>
          <p:cNvSpPr/>
          <p:nvPr/>
        </p:nvSpPr>
        <p:spPr>
          <a:xfrm>
            <a:off x="4718304" y="3429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getline()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full line including spaces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03136" y="3337560"/>
            <a:ext cx="2011680" cy="160020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3337560"/>
            <a:ext cx="2011680" cy="54864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7" name="Text 25"/>
          <p:cNvSpPr/>
          <p:nvPr/>
        </p:nvSpPr>
        <p:spPr>
          <a:xfrm>
            <a:off x="6894576" y="3429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file.ignore()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3840480"/>
            <a:ext cx="1828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Skips \n left after &gt;&gt; operator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Qt Framework — GUI &amp; Signals/Slots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594360"/>
          </a:xfrm>
          <a:prstGeom prst="rect">
            <a:avLst/>
          </a:prstGeom>
          <a:solidFill>
            <a:srgbClr val="7C3AED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Clicks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 Button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1394460"/>
            <a:ext cx="548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26187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097280"/>
            <a:ext cx="2011680" cy="594360"/>
          </a:xfrm>
          <a:prstGeom prst="rect">
            <a:avLst/>
          </a:prstGeom>
          <a:solidFill>
            <a:srgbClr val="3B82F6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34640" y="10972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emit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deleteMemberRequested(id)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0" y="1394460"/>
            <a:ext cx="548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126187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1097280"/>
            <a:ext cx="2011680" cy="594360"/>
          </a:xfrm>
          <a:prstGeom prst="rect">
            <a:avLst/>
          </a:prstGeom>
          <a:solidFill>
            <a:srgbClr val="10B981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10972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connect()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catches signal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06640" y="1394460"/>
            <a:ext cx="54864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261872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1097280"/>
            <a:ext cx="914400" cy="594360"/>
          </a:xfrm>
          <a:prstGeom prst="rect">
            <a:avLst/>
          </a:prstGeom>
          <a:solidFill>
            <a:srgbClr val="F43F5E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55280" y="1097280"/>
            <a:ext cx="9144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runs!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874520"/>
            <a:ext cx="8595360" cy="1600200"/>
          </a:xfrm>
          <a:prstGeom prst="rect">
            <a:avLst/>
          </a:prstGeom>
          <a:solidFill>
            <a:srgbClr val="161B22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1920240"/>
            <a:ext cx="8321040" cy="15087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Signal declaration (in ViewMemberDialog header)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signals: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void deleteMemberRequested(int id);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Emit signal (when user confirms delete)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emit deleteMemberRequested(id);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Connect signal to slot (in MainWindow)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connect(&amp;dialog, &amp;ViewMemberDialog::deleteMemberRequested, this, &amp;MainWindow::deleteMemberById);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2" name="Text 20"/>
          <p:cNvSpPr/>
          <p:nvPr/>
        </p:nvSpPr>
        <p:spPr>
          <a:xfrm>
            <a:off x="274320" y="3566160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Qt Classes Used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886200"/>
            <a:ext cx="8595360" cy="237744"/>
          </a:xfrm>
          <a:prstGeom prst="rect">
            <a:avLst/>
          </a:prstGeom>
          <a:solidFill>
            <a:srgbClr val="1C2333"/>
          </a:solidFill>
        </p:spPr>
      </p:sp>
      <p:sp>
        <p:nvSpPr>
          <p:cNvPr id="24" name="Text 22"/>
          <p:cNvSpPr/>
          <p:nvPr/>
        </p:nvSpPr>
        <p:spPr>
          <a:xfrm>
            <a:off x="411480" y="3886200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QMainWindow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0" y="3886200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app window with menu/toolbar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23944"/>
            <a:ext cx="8595360" cy="237744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27" name="Text 25"/>
          <p:cNvSpPr/>
          <p:nvPr/>
        </p:nvSpPr>
        <p:spPr>
          <a:xfrm>
            <a:off x="411480" y="412394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QDialog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4123944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Popup windows (AddMember, ViewTrainer etc.)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361688"/>
            <a:ext cx="8595360" cy="237744"/>
          </a:xfrm>
          <a:prstGeom prst="rect">
            <a:avLst/>
          </a:prstGeom>
          <a:solidFill>
            <a:srgbClr val="1C2333"/>
          </a:solidFill>
        </p:spPr>
      </p:sp>
      <p:sp>
        <p:nvSpPr>
          <p:cNvPr id="30" name="Text 28"/>
          <p:cNvSpPr/>
          <p:nvPr/>
        </p:nvSpPr>
        <p:spPr>
          <a:xfrm>
            <a:off x="411480" y="4361688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QTableWidget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4361688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to display members/trainers/payments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599432"/>
            <a:ext cx="8595360" cy="237744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3" name="Text 31"/>
          <p:cNvSpPr/>
          <p:nvPr/>
        </p:nvSpPr>
        <p:spPr>
          <a:xfrm>
            <a:off x="411480" y="4599432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QMessageBox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4599432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Info, warning &amp; question popups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837176"/>
            <a:ext cx="8595360" cy="237744"/>
          </a:xfrm>
          <a:prstGeom prst="rect">
            <a:avLst/>
          </a:prstGeom>
          <a:solidFill>
            <a:srgbClr val="1C2333"/>
          </a:solidFill>
        </p:spPr>
      </p:sp>
      <p:sp>
        <p:nvSpPr>
          <p:cNvPr id="36" name="Text 34"/>
          <p:cNvSpPr/>
          <p:nvPr/>
        </p:nvSpPr>
        <p:spPr>
          <a:xfrm>
            <a:off x="411480" y="4837176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Q_OBJECT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0" y="4837176"/>
            <a:ext cx="6035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Macro — enables signals &amp; slots in any class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61B22"/>
          </a:solidFill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788920" cy="17373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788920" cy="54864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7" name="Text 5"/>
          <p:cNvSpPr/>
          <p:nvPr/>
        </p:nvSpPr>
        <p:spPr>
          <a:xfrm>
            <a:off x="274320" y="1234440"/>
            <a:ext cx="685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Input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2560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Name: letters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Phone: 11 digits only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Age: 16–80 range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Amount: positive numbers 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88920" cy="17373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788920" cy="54864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12" name="Text 10"/>
          <p:cNvSpPr/>
          <p:nvPr/>
        </p:nvSpPr>
        <p:spPr>
          <a:xfrm>
            <a:off x="3200400" y="1234440"/>
            <a:ext cx="685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🆔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86200" y="1280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Auto ID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828800"/>
            <a:ext cx="2560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 start at 1001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Trainers start at 2001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Payments start at 5001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Auto-increments on add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143000"/>
            <a:ext cx="2788920" cy="17373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143000"/>
            <a:ext cx="278892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7" name="Text 15"/>
          <p:cNvSpPr/>
          <p:nvPr/>
        </p:nvSpPr>
        <p:spPr>
          <a:xfrm>
            <a:off x="6126480" y="1234440"/>
            <a:ext cx="685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12280" y="12801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Smart Dates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828800"/>
            <a:ext cx="2560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Join date: auto today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→ +1 month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Yearly → +1 year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QDate class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63240"/>
            <a:ext cx="2788920" cy="17373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63240"/>
            <a:ext cx="2788920" cy="54864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2" name="Text 20"/>
          <p:cNvSpPr/>
          <p:nvPr/>
        </p:nvSpPr>
        <p:spPr>
          <a:xfrm>
            <a:off x="274320" y="3154680"/>
            <a:ext cx="685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60120" y="32004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</a:rPr>
              <a:t>Data Persistence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3749040"/>
            <a:ext cx="2560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trainers.txt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payments.txt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on start, saves on exit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788920" cy="17373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63240"/>
            <a:ext cx="278892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3200400" y="3154680"/>
            <a:ext cx="685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🗑️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3886200" y="32004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Delete with Confirm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749040"/>
            <a:ext cx="2560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selection in table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Confirmation dialog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+ file both updated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Signal/slot mechanism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788920" cy="1737360"/>
          </a:xfrm>
          <a:prstGeom prst="rect">
            <a:avLst/>
          </a:prstGeom>
          <a:solidFill>
            <a:srgbClr val="1C2333"/>
          </a:solidFill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63240"/>
            <a:ext cx="2788920" cy="54864"/>
          </a:xfrm>
          <a:prstGeom prst="rect">
            <a:avLst/>
          </a:prstGeom>
          <a:solidFill>
            <a:srgbClr val="A78BFA"/>
          </a:solidFill>
        </p:spPr>
      </p:sp>
      <p:sp>
        <p:nvSpPr>
          <p:cNvPr id="32" name="Text 30"/>
          <p:cNvSpPr/>
          <p:nvPr/>
        </p:nvSpPr>
        <p:spPr>
          <a:xfrm>
            <a:off x="6126480" y="3154680"/>
            <a:ext cx="6858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812280" y="320040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</a:rPr>
              <a:t>Member Validation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63640" y="3749040"/>
            <a:ext cx="256032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checks if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ID exists first.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error if ID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found in system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7C3AED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7315200" y="3200400"/>
            <a:ext cx="2286000" cy="2286000"/>
          </a:xfrm>
          <a:prstGeom prst="ellipse">
            <a:avLst/>
          </a:prstGeom>
          <a:solidFill>
            <a:srgbClr val="10B981">
              <a:alpha val="2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858000" y="-274320"/>
            <a:ext cx="1371600" cy="1371600"/>
          </a:xfrm>
          <a:prstGeom prst="ellipse">
            <a:avLst/>
          </a:prstGeom>
          <a:solidFill>
            <a:srgbClr val="F43F5E">
              <a:alpha val="25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6" name="Text 4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949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Gym Management System — OOP Project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5720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7180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0" name="Text 8"/>
          <p:cNvSpPr/>
          <p:nvPr/>
        </p:nvSpPr>
        <p:spPr>
          <a:xfrm>
            <a:off x="868680" y="29260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Ayesha Abbasi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29260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09-131252-010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3" name="Text 11"/>
          <p:cNvSpPr/>
          <p:nvPr/>
        </p:nvSpPr>
        <p:spPr>
          <a:xfrm>
            <a:off x="868680" y="35204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Umema Wasif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52044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09-131252-088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274320" cy="274320"/>
          </a:xfrm>
          <a:prstGeom prst="ellipse">
            <a:avLst/>
          </a:prstGeom>
          <a:solidFill>
            <a:srgbClr val="7C3AED"/>
          </a:solidFill>
        </p:spPr>
      </p:sp>
      <p:sp>
        <p:nvSpPr>
          <p:cNvPr id="16" name="Text 14"/>
          <p:cNvSpPr/>
          <p:nvPr/>
        </p:nvSpPr>
        <p:spPr>
          <a:xfrm>
            <a:off x="868680" y="41148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Zeeshan Butt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0" y="41148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09-131252-092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1508760" cy="347472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9" name="Text 17"/>
          <p:cNvSpPr/>
          <p:nvPr/>
        </p:nvSpPr>
        <p:spPr>
          <a:xfrm>
            <a:off x="457200" y="461772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C++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48840" y="4617720"/>
            <a:ext cx="1508760" cy="347472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21" name="Text 19"/>
          <p:cNvSpPr/>
          <p:nvPr/>
        </p:nvSpPr>
        <p:spPr>
          <a:xfrm>
            <a:off x="2148840" y="461772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Qt Framework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4617720"/>
            <a:ext cx="1508760" cy="347472"/>
          </a:xfrm>
          <a:prstGeom prst="rect">
            <a:avLst/>
          </a:prstGeom>
          <a:solidFill>
            <a:srgbClr val="F43F5E"/>
          </a:solidFill>
        </p:spPr>
      </p:sp>
      <p:sp>
        <p:nvSpPr>
          <p:cNvPr id="23" name="Text 21"/>
          <p:cNvSpPr/>
          <p:nvPr/>
        </p:nvSpPr>
        <p:spPr>
          <a:xfrm>
            <a:off x="3840480" y="461772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OOP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32120" y="4617720"/>
            <a:ext cx="1508760" cy="347472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5" name="Text 23"/>
          <p:cNvSpPr/>
          <p:nvPr/>
        </p:nvSpPr>
        <p:spPr>
          <a:xfrm>
            <a:off x="5532120" y="461772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File I/O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4617720"/>
            <a:ext cx="1508760" cy="347472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27" name="Text 25"/>
          <p:cNvSpPr/>
          <p:nvPr/>
        </p:nvSpPr>
        <p:spPr>
          <a:xfrm>
            <a:off x="7223760" y="4617720"/>
            <a:ext cx="1508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GUI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5202</Words>
  <Application>WPS Presentation</Application>
  <PresentationFormat>On-screen Show (16:9)</PresentationFormat>
  <Paragraphs>377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 Management System</dc:title>
  <dc:creator>PptxGenJS</dc:creator>
  <dc:subject>PptxGenJS Presentation</dc:subject>
  <cp:lastModifiedBy>Umema Wasif</cp:lastModifiedBy>
  <cp:revision>2</cp:revision>
  <dcterms:created xsi:type="dcterms:W3CDTF">2026-05-19T05:08:00Z</dcterms:created>
  <dcterms:modified xsi:type="dcterms:W3CDTF">2026-05-19T06:49:49Z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FE316F8D60154221B7D3C9D47C7F7C55_13</vt:lpwstr>
  </property>
</Properties>
</file>